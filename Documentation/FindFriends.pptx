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61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00398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7C3AED">
              <a:alpha val="20000"/>
            </a:srgbClr>
          </a:solidFill>
          <a:ln w="12700">
            <a:solidFill>
              <a:srgbClr val="7C3AED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0" y="2743200"/>
            <a:ext cx="2286000" cy="2286000"/>
          </a:xfrm>
          <a:prstGeom prst="ellipse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270072"/>
            <a:ext cx="1280160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2472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TABLE OF CONTENTS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💫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FindFriends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bg-BG" sz="2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за социализиране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45066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modern, responsive web application for discovering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connecting with people.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3566160"/>
            <a:ext cx="7772400" cy="1234440"/>
          </a:xfrm>
          <a:prstGeom prst="rect">
            <a:avLst/>
          </a:prstGeom>
          <a:solidFill>
            <a:srgbClr val="0F3460">
              <a:alpha val="7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67588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Technologies Used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14400" y="393192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Contributors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41879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Project Preview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14400" y="444398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The Idea of the Project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36992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bg-BG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MapReduce Implementation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46320" y="39553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bg-BG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Getting Started</a:t>
            </a:r>
            <a:endParaRPr lang="en-US" sz="10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2C224C5-35EE-4112-94B4-FC9EBE6011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6588" y="487131"/>
            <a:ext cx="3397064" cy="2713269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22860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bg-BG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Използвани технологии: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4114800" cy="178308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005840"/>
            <a:ext cx="64008" cy="1783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972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💻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49846" y="10972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Git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1901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GitHub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224942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Microsoft Teams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600" y="1001268"/>
            <a:ext cx="4114800" cy="178308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Shape 11"/>
          <p:cNvSpPr/>
          <p:nvPr/>
        </p:nvSpPr>
        <p:spPr>
          <a:xfrm>
            <a:off x="4754880" y="1005840"/>
            <a:ext cx="64008" cy="17830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0972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03520" y="110185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Assets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1554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Canva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19019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Dreamstime (images)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224942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Unsplash (images)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108960"/>
            <a:ext cx="4114800" cy="178308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20" name="Shape 18"/>
          <p:cNvSpPr/>
          <p:nvPr/>
        </p:nvSpPr>
        <p:spPr>
          <a:xfrm>
            <a:off x="274320" y="3108960"/>
            <a:ext cx="64008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200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📄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9846" y="3193576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3657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Microsoft Word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40050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Microsoft PowerPoint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3108960"/>
            <a:ext cx="4114800" cy="178308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26" name="Shape 24"/>
          <p:cNvSpPr/>
          <p:nvPr/>
        </p:nvSpPr>
        <p:spPr>
          <a:xfrm>
            <a:off x="4754880" y="3108960"/>
            <a:ext cx="64008" cy="1783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200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03520" y="32004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Support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029200" y="3657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Chrome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29200" y="40050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Firefox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0" y="435254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Safari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22860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bg-BG" sz="4000" b="1" dirty="0">
                <a:solidFill>
                  <a:schemeClr val="bg1"/>
                </a:solidFill>
              </a:rPr>
              <a:t>Екип:</a:t>
            </a:r>
            <a:endParaRPr lang="en-US" sz="4000" b="1" dirty="0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5534057" y="1234440"/>
            <a:ext cx="2011680" cy="201168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1" y="34290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Georgi Gakev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1" y="38404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304505" y="1277907"/>
            <a:ext cx="2011680" cy="201168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336553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Nikolay Ivanov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846320" y="377701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Together building connections that matter</a:t>
            </a:r>
            <a:endParaRPr lang="en-US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7DA3123-0413-48C4-9328-64A52C46F6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7972" y="1321374"/>
            <a:ext cx="1924746" cy="192474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45E0C58-BECA-4A60-9769-422894E6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2256" y="1322639"/>
            <a:ext cx="1835281" cy="1835281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5156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bg-BG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Основен изглед на сайта: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274320" y="3794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across all devices: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291840" y="3749040"/>
            <a:ext cx="1691640" cy="292608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7" name="Text 45"/>
          <p:cNvSpPr/>
          <p:nvPr/>
        </p:nvSpPr>
        <p:spPr>
          <a:xfrm>
            <a:off x="3291840" y="374904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Mobile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212080" y="3749040"/>
            <a:ext cx="1691640" cy="292608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9" name="Text 47"/>
          <p:cNvSpPr/>
          <p:nvPr/>
        </p:nvSpPr>
        <p:spPr>
          <a:xfrm>
            <a:off x="5212080" y="374904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Desktop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132320" y="3749040"/>
            <a:ext cx="1691640" cy="292608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1" name="Text 49"/>
          <p:cNvSpPr/>
          <p:nvPr/>
        </p:nvSpPr>
        <p:spPr>
          <a:xfrm>
            <a:off x="7132320" y="374904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📟 Tablet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74320" y="425196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pure HTML · CSS · JavaScript</a:t>
            </a:r>
            <a:endParaRPr lang="en-US" sz="10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4C83C8D-9286-4239-8C12-460B19E0F9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655" y="1101852"/>
            <a:ext cx="3905273" cy="1923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23217DC6-7157-45A0-8042-964A62BE6A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7720" y="1097924"/>
            <a:ext cx="4160520" cy="2032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22860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bg-BG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Самата идея на проекта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8595360" cy="128016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64008" cy="12801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77724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640080" y="9875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people, creating friendships.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146304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FindFriends is a platform built to make social discovery simple,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modern, and accessible — with no backend required.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2468880"/>
            <a:ext cx="2011680" cy="23317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2542032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0040" y="30175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38328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12+ profiles with advanced filtering, grid &amp; list views, and real-time search.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68880" y="2468880"/>
            <a:ext cx="2011680" cy="23317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5" name="Text 13"/>
          <p:cNvSpPr/>
          <p:nvPr/>
        </p:nvSpPr>
        <p:spPr>
          <a:xfrm>
            <a:off x="2514600" y="2542032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514600" y="30175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560320" y="338328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in-app messaging with conversation management, auto-responses &amp; persistent storage.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2468880"/>
            <a:ext cx="2011680" cy="23317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9" name="Text 17"/>
          <p:cNvSpPr/>
          <p:nvPr/>
        </p:nvSpPr>
        <p:spPr>
          <a:xfrm>
            <a:off x="4709160" y="2542032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709160" y="30175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First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754880" y="338328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 client-side. No APIs, no servers. Data stays in LocalStorage — fully private.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858000" y="2468880"/>
            <a:ext cx="2011680" cy="23317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23" name="Text 21"/>
          <p:cNvSpPr/>
          <p:nvPr/>
        </p:nvSpPr>
        <p:spPr>
          <a:xfrm>
            <a:off x="6903720" y="2542032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903720" y="30175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49440" y="338328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great on every device. Designed with a modern, clean responsive UI.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22860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MapReduce</a:t>
            </a:r>
            <a:r>
              <a:rPr lang="bg-BG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алгоритъм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173736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60120"/>
            <a:ext cx="64008" cy="17373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</a:t>
            </a:r>
            <a:r>
              <a:rPr lang="en-US" sz="13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profiles 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mapProfilesToObjects(</a:t>
            </a:r>
            <a:r>
              <a:rPr lang="en-US" sz="13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rawUserData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</a:t>
            </a:r>
            <a:r>
              <a:rPr lang="en-US" sz="13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stats 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calculateProfileStats(</a:t>
            </a:r>
            <a:r>
              <a:rPr lang="en-US" sz="13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profiles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</a:t>
            </a:r>
            <a:r>
              <a:rPr lang="en-US" sz="13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matches 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filterByInterests(</a:t>
            </a:r>
            <a:r>
              <a:rPr lang="en-US" sz="13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profiles, interests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2880360"/>
            <a:ext cx="2834640" cy="19202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2880360"/>
            <a:ext cx="283464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294436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🗺️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65760" y="34290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Phase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84048" y="3813048"/>
            <a:ext cx="26151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user data is mapped into structured profile objects with normalized attributes.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46120" y="2880360"/>
            <a:ext cx="2834640" cy="19202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4" name="Shape 12"/>
          <p:cNvSpPr/>
          <p:nvPr/>
        </p:nvSpPr>
        <p:spPr>
          <a:xfrm>
            <a:off x="3246120" y="2880360"/>
            <a:ext cx="283464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5" name="Text 13"/>
          <p:cNvSpPr/>
          <p:nvPr/>
        </p:nvSpPr>
        <p:spPr>
          <a:xfrm>
            <a:off x="3246120" y="294436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337560" y="34290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Phase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355848" y="3813048"/>
            <a:ext cx="26151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and metadata are calculated across all mapped profile objects.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2880360"/>
            <a:ext cx="2834640" cy="19202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0" y="2880360"/>
            <a:ext cx="283464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294436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309360" y="34290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/ Filter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27648" y="3813048"/>
            <a:ext cx="26151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 are filtered and reduced by interests, returning only the best matches.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22860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bg-BG" sz="3600" b="1" dirty="0">
                <a:solidFill>
                  <a:schemeClr val="bg1"/>
                </a:solidFill>
              </a:rPr>
              <a:t>Как да го стартираме</a:t>
            </a:r>
            <a:endParaRPr lang="en-US" sz="3600" b="1" dirty="0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109728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051560"/>
            <a:ext cx="64008" cy="1097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" y="1161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⬇️  Download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43000" y="15544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or clone the FindFriends project repository to your local machine.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2331720"/>
            <a:ext cx="8595360" cy="109728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2331720"/>
            <a:ext cx="64008" cy="1097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606040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24414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📂  Open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43000" y="283464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to the project folder and open index.html in your preferred browser.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611880"/>
            <a:ext cx="8595360" cy="109728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8" name="Shape 16"/>
          <p:cNvSpPr/>
          <p:nvPr/>
        </p:nvSpPr>
        <p:spPr>
          <a:xfrm>
            <a:off x="274320" y="3611880"/>
            <a:ext cx="64008" cy="1097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43000" y="37216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Explore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43000" y="41148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discovering profiles, sending messages, and using all features right away!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4320" y="4206240"/>
            <a:ext cx="8595360" cy="685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2976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  support@FindFriends.com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114800" y="42976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installation required · No APIs · No accounts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💫  FindFriends — Connecting people, creating friendships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12FFDF-40D9-4AF3-B17C-916403AFA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724E2D6-A496-4DC1-A651-94E413D0210D}"/>
              </a:ext>
            </a:extLst>
          </p:cNvPr>
          <p:cNvSpPr txBox="1"/>
          <p:nvPr/>
        </p:nvSpPr>
        <p:spPr>
          <a:xfrm>
            <a:off x="511791" y="2203732"/>
            <a:ext cx="90006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400" b="1" dirty="0">
                <a:solidFill>
                  <a:schemeClr val="bg1"/>
                </a:solidFill>
              </a:rPr>
              <a:t>Нека да преминем към проекта!</a:t>
            </a:r>
            <a:endParaRPr lang="en-US" sz="4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40166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392</Words>
  <Application>Microsoft Office PowerPoint</Application>
  <PresentationFormat>On-screen Show (16:9)</PresentationFormat>
  <Paragraphs>95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FindFriends - Social Discovery Platform</dc:title>
  <dc:subject>PptxGenJS Presentation</dc:subject>
  <dc:creator>PptxGenJS</dc:creator>
  <cp:lastModifiedBy>Николай Иванов Иванов</cp:lastModifiedBy>
  <cp:revision>5</cp:revision>
  <dcterms:created xsi:type="dcterms:W3CDTF">2026-04-05T07:12:20Z</dcterms:created>
  <dcterms:modified xsi:type="dcterms:W3CDTF">2026-04-05T07:50:14Z</dcterms:modified>
</cp:coreProperties>
</file>