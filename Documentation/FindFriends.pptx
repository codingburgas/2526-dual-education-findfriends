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0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03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270072"/>
            <a:ext cx="128016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72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TABLE OF CONTENTS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FindFriends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за социализиране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4506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responsive web application for discovering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connecting with people.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772400" cy="1234440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Technologies Used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Contributors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187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Project Preview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443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 Idea of the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6992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bg-BG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MapReduce Implementation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9553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bg-BG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Getting Started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C224C5-35EE-4112-94B4-FC9EBE601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588" y="487131"/>
            <a:ext cx="3397064" cy="27132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Използвани технологии: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9846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Microsoft Teams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1268"/>
            <a:ext cx="4114800" cy="1783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005840"/>
            <a:ext cx="64008" cy="1783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1018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Assets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Dreamstime (images)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249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Unsplash (images)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114800" cy="1783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108960"/>
            <a:ext cx="6400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846" y="31935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Microsoft Word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Microsoft PowerPoint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4114800" cy="1783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108960"/>
            <a:ext cx="64008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Chrome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Firefox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3525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Safari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4000" b="1" dirty="0">
                <a:solidFill>
                  <a:schemeClr val="bg1"/>
                </a:solidFill>
              </a:rPr>
              <a:t>Екип: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280161" y="1234440"/>
            <a:ext cx="2011680" cy="2011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1" y="3429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 Gakev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1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170978"/>
            <a:ext cx="2011680" cy="2011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36553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Nikolay Ivanov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77701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Together building connections that matter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DA3123-0413-48C4-9328-64A52C46F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867" y="1214445"/>
            <a:ext cx="1924746" cy="19247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5E0C58-BECA-4A60-9769-422894E68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360" y="1322639"/>
            <a:ext cx="1835281" cy="183528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5156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изглед на сайта: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27432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across all devices: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3749040"/>
            <a:ext cx="169164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3749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12080" y="3749040"/>
            <a:ext cx="169164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3749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Desktop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32320" y="3749040"/>
            <a:ext cx="169164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3749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Tablet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4320" y="42519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pure HTML · CSS · JavaScript</a:t>
            </a:r>
            <a:endParaRPr lang="en-US" sz="1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C83C8D-9286-4239-8C12-460B19E0F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55" y="1101852"/>
            <a:ext cx="3905273" cy="192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3217DC6-7157-45A0-8042-964A62BE6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1097924"/>
            <a:ext cx="4160520" cy="203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Самата идея на проекта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9875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people, creating friendships.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FindFriends is a platform built to make social discovery simple,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and accessible — with no backend required.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2011680" cy="2331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542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12+ profiles with advanced filtering, grid &amp; list views, and real-time search.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2468880"/>
            <a:ext cx="2011680" cy="2331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2542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in-app messaging with conversation management, auto-responses &amp; persistent storage.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2011680" cy="2331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42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client-side. No APIs, no servers. Data stays in LocalStorage — fully private.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2468880"/>
            <a:ext cx="2011680" cy="2331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542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every device. Designed with a modern, clean responsive UI.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r>
              <a:rPr lang="bg-BG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алгоритъм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737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mapProfilesToObjects(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rawUserData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calculateProfileStats(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filterByInterests(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profiles, interests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283464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880360"/>
            <a:ext cx="28346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944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81304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data is mapped into structured profile objects with normalized attributes.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283464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880360"/>
            <a:ext cx="28346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2944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Phase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381304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and metadata are calculated across all mapped profile objects.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283464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880360"/>
            <a:ext cx="28346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944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/ Filter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381304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are filtered and reduced by interests, returning only the best matches.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600" b="1" dirty="0">
                <a:solidFill>
                  <a:schemeClr val="bg1"/>
                </a:solidFill>
              </a:rPr>
              <a:t>Как да го стартираме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0972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Download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clone the FindFriends project repository to your local machine.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0972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33172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441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Open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project folder and open index.html in your preferred browser.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10972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61188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721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Explore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discovering profiles, sending messages, and using all features right away!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support@FindFriends.com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 · No APIs · No accounts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💫  FindFriends — Connecting people, creating friendships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2FFDF-40D9-4AF3-B17C-916403AF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24E2D6-A496-4DC1-A651-94E413D0210D}"/>
              </a:ext>
            </a:extLst>
          </p:cNvPr>
          <p:cNvSpPr txBox="1"/>
          <p:nvPr/>
        </p:nvSpPr>
        <p:spPr>
          <a:xfrm>
            <a:off x="511791" y="2203732"/>
            <a:ext cx="9000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b="1" dirty="0">
                <a:solidFill>
                  <a:schemeClr val="bg1"/>
                </a:solidFill>
              </a:rPr>
              <a:t>Нека да преминем към проекта!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1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392</Words>
  <Application>Microsoft Office PowerPoint</Application>
  <PresentationFormat>On-screen Show (16:9)</PresentationFormat>
  <Paragraphs>95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FindFriends - Social Discovery Platform</dc:title>
  <dc:subject>PptxGenJS Presentation</dc:subject>
  <dc:creator>PptxGenJS</dc:creator>
  <cp:lastModifiedBy>Николай Иванов Иванов</cp:lastModifiedBy>
  <cp:revision>4</cp:revision>
  <dcterms:created xsi:type="dcterms:W3CDTF">2026-04-05T07:12:20Z</dcterms:created>
  <dcterms:modified xsi:type="dcterms:W3CDTF">2026-04-05T07:36:19Z</dcterms:modified>
</cp:coreProperties>
</file>